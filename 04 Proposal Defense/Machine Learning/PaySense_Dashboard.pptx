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PaySense — Web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financial health dashboard prototype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0" y="320040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F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0" y="320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PROTOTYPE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159881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work/dashboard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7068441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28561" y="1417320"/>
            <a:ext cx="3705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28561" y="1920240"/>
            <a:ext cx="457200" cy="457200"/>
          </a:xfrm>
          <a:prstGeom prst="ellipse">
            <a:avLst/>
          </a:prstGeom>
          <a:solidFill>
            <a:srgbClr val="EAF7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289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22921" y="1883664"/>
            <a:ext cx="3111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22921" y="2167128"/>
            <a:ext cx="3111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gauge showing overall money-health status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28561" y="2834640"/>
            <a:ext cx="457200" cy="457200"/>
          </a:xfrm>
          <a:prstGeom prst="ellipse">
            <a:avLst/>
          </a:prstGeom>
          <a:solidFill>
            <a:srgbClr val="EAF7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289" y="29443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22921" y="2798064"/>
            <a:ext cx="3111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Cash Flow Forecast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622921" y="3081528"/>
            <a:ext cx="3111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ARIMA-based projection of upcoming net balance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28561" y="3749040"/>
            <a:ext cx="457200" cy="457200"/>
          </a:xfrm>
          <a:prstGeom prst="ellipse">
            <a:avLst/>
          </a:prstGeom>
          <a:solidFill>
            <a:srgbClr val="EAF7F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289" y="385876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22921" y="3712464"/>
            <a:ext cx="3111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Risk Calculator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622921" y="3995928"/>
            <a:ext cx="3111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score before committing to a new purchase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28561" y="4663440"/>
            <a:ext cx="457200" cy="457200"/>
          </a:xfrm>
          <a:prstGeom prst="ellipse">
            <a:avLst/>
          </a:prstGeom>
          <a:solidFill>
            <a:srgbClr val="EAF7F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289" y="477316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22921" y="4626864"/>
            <a:ext cx="3111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622921" y="4910328"/>
            <a:ext cx="3111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 behind every risk flag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028561" y="5577840"/>
            <a:ext cx="457200" cy="457200"/>
          </a:xfrm>
          <a:prstGeom prst="ellipse">
            <a:avLst/>
          </a:prstGeom>
          <a:solidFill>
            <a:srgbClr val="EAF7F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289" y="568756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22921" y="5541264"/>
            <a:ext cx="31115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BNPL Tracker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8622921" y="5824728"/>
            <a:ext cx="3111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instalments, due dates and status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PaySense - Web Dashboard</dc:title>
  <dc:subject>PptxGenJS Presentation</dc:subject>
  <dc:creator>Nur Farah</dc:creator>
  <cp:lastModifiedBy>Nur Farah</cp:lastModifiedBy>
  <cp:revision>1</cp:revision>
  <dcterms:created xsi:type="dcterms:W3CDTF">2026-06-30T17:32:25Z</dcterms:created>
  <dcterms:modified xsi:type="dcterms:W3CDTF">2026-06-30T17:32:25Z</dcterms:modified>
</cp:coreProperties>
</file>